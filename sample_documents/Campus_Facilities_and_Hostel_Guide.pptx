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Campus Facilities &amp; Student Services Guide 2024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Approved Guidelines for Students, Faculty &amp; Hostel Residents</a:t>
            </a:r>
          </a:p>
          <a:p>
            <a:r>
              <a:t>Office of Student Affairs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Central Library Timings &amp; Access Rules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Library Operating Hours:</a:t>
            </a:r>
          </a:p>
          <a:p>
            <a:r>
              <a:t>• Monday through Friday: 08:00 AM to 10:00 PM (Reading halls open until 11:30 PM during exam weeks).</a:t>
            </a:r>
          </a:p>
          <a:p>
            <a:r>
              <a:t>• Weekends (Saturday &amp; Sunday): 09:00 AM to 06:00 PM.</a:t>
            </a:r>
          </a:p>
          <a:p>
            <a:r>
              <a:t>• Borrowing Privileges: Undergraduates may borrow up to 4 books for 14 days. Renewal allowed once online.</a:t>
            </a:r>
          </a:p>
          <a:p>
            <a:r>
              <a:t>• Overdue Penalty: ₹5 per book per day of delay.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Hostel Rules, Curfew &amp; Dining Services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Residential Standards for Hostels A, B, C and D:</a:t>
            </a:r>
          </a:p>
          <a:p>
            <a:r>
              <a:t>• Campus In-Time / Curfew: 09:30 PM sharp on all days. Late entry requires written permission from Chief Warden.</a:t>
            </a:r>
          </a:p>
          <a:p>
            <a:r>
              <a:t>• Dining Hall Hours: Breakfast 07:30-09:00 AM | Lunch 12:30-02:00 PM | Dinner 07:30-09:30 PM.</a:t>
            </a:r>
          </a:p>
          <a:p>
            <a:r>
              <a:t>• Night Leave Pass: Must be submitted on Student ERP at least 24 hours in advance with parent SMS confirmation.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Health Center &amp; Emergency Helplines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24/7 Emergency Support Services:</a:t>
            </a:r>
          </a:p>
          <a:p>
            <a:r>
              <a:t>• Campus Medical Health Center: Open 24/7 with resident medical officer and pharmacy in Block E.</a:t>
            </a:r>
          </a:p>
          <a:p>
            <a:r>
              <a:t>• Emergency Ambulance Direct Line: Campus Extension 4444 or Mobile +91-98765-43210.</a:t>
            </a:r>
          </a:p>
          <a:p>
            <a:r>
              <a:t>• Psychological Counseling &amp; Mental Wellness Helpdesk: Ext 4110 (Confidential consultations Mon-Fri 10am-5pm).</a:t>
            </a:r>
          </a:p>
          <a:p>
            <a:r>
              <a:t>• Campus Security Control Room: Ext 1000 / 1001 (Available 24 hours).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