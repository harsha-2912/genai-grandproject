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675120" y="548640"/>
            <a:ext cx="2377440" cy="237744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DocuSage AI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Retrieval-Augmented Generation (RAG)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Information Technology  |  Project Report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GMRIT Deemed to be University, Rajam, Andhra Pradesh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BV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Harsha Vardhan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23341A4215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Akhil Krishna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23341A4255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Srinu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23341A4202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Vinay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23341A05D8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333756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GV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246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Vikram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23341A0580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108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Guide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3566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name and designation]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Handbooks, syllabi, circulars and policies are spread across many files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open several documents to answer one simple question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of a question often differs from the source text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8745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is slow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misses related passages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can give plausible but unsupported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without references are hard to verify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 vs Proposed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of each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search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LLM replies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references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DocuSage AI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chunking and embeddings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vector retrieval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plus abstention when evidence is missing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PDF, TXT, Excel and PowerPoint files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371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with file, page, sheet or slide metadata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377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chunks and generate embeddings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2860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48716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377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semantically relevant chunks per question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grounded answers with source references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3832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"not found" when evidence is insufficient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passages in the approved document collection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those passages to the model as context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0876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560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 answer that cites its evidence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improves traceability, but does not guarantee correctness: retrieval can miss evidence and a model can still misread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Indexing: documents to vector index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+ metadata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3212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64592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FAISS / Chroma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Answering: question to cited response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4884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4884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4048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check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3212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3212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generation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329184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3291840"/>
            <a:ext cx="1463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citations or not-found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Inventory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Layer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and Embedding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5087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Retrieval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20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3520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and Abstention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006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520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Module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0632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by design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retrieval, prompting and interface logic stay separate.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Technology Stack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logic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417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parsing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text, spreadsheet and slide parsers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via selected runtime or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index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or Chroma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560320" cy="1325880"/>
          </a:xfrm>
          <a:prstGeom prst="roundRect">
            <a:avLst>
              <a:gd name="adj" fmla="val 6897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via environment variables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are never hard-coded in source files.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Evaluation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categories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File-format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Index-management checks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correctness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precision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quality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plan only: no performance results are claimed.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and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F2B3D"/>
          </a:solidFill>
          <a:ln w="12700">
            <a:solidFill>
              <a:srgbClr val="0F2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documents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confidential files without permission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LLM provider data terms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E8F82"/>
          </a:solidFill>
          <a:ln w="12700">
            <a:solidFill>
              <a:srgbClr val="0E8F8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 need OCR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slides convert poorly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can miss evidence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EEF5F7"/>
          </a:solidFill>
          <a:ln w="12700">
            <a:solidFill>
              <a:srgbClr val="EEF5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B8760A"/>
          </a:solidFill>
          <a:ln w="12700">
            <a:solidFill>
              <a:srgbClr val="B876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mitigation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1031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source metadata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retrieved passages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threshold and abstention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environment variables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Enhancements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 |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DocuSage AI makes institutional information easier to find while keeping every answer traceable to its source, and it declines to answer when evidence is missing.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validate with answerable and unanswerable questions and manual citation checks.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17405A"/>
          </a:solidFill>
          <a:ln w="12700">
            <a:solidFill>
              <a:srgbClr val="1740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filters and categories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refresh and removal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beside retrieved passages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evaluation dataset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PDFs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and audit logs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DocuSage AI - Document Intelligence using RAG</dc:title>
  <dc:subject>PptxGenJS Presentation</dc:subject>
  <dc:creator>PptxGenJS</dc:creator>
  <cp:lastModifiedBy>PptxGenJS</cp:lastModifiedBy>
  <cp:revision>1</cp:revision>
  <dcterms:created xsi:type="dcterms:W3CDTF">2026-10-29T05:15:03Z</dcterms:created>
  <dcterms:modified xsi:type="dcterms:W3CDTF">2026-10-29T05:15:03Z</dcterms:modified>
</cp:coreProperties>
</file>